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8287ff2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8287ff20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Viscosity = 1000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8287ff20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8287ff20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8287ff20a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8287ff20a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 reynolds number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8287ff20a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8287ff20a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 reynolds number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8287ff20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8287ff20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rho = 1025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Cd = 1.1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U_f = [0, 1.2]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8287ff20a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8287ff20a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 reynolds number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9295595d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9295595d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LWSXi8WghoZwKstpVtdf1T1dVaPqIV7Q/view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Midterm Presentation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Ryman Wong Jens Dekker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523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Load</a:t>
            </a:r>
            <a:endParaRPr/>
          </a:p>
        </p:txBody>
      </p:sp>
      <p:pic>
        <p:nvPicPr>
          <p:cNvPr id="61" name="Google Shape;61;p14" title="path_no_load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1025" y="1025075"/>
            <a:ext cx="5084834" cy="381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523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Load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7650" y="1108530"/>
            <a:ext cx="4354651" cy="3427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725" y="1160714"/>
            <a:ext cx="4207425" cy="3323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Hydrodynamic (Low Reynolds Num)</a:t>
            </a:r>
            <a:endParaRPr/>
          </a:p>
        </p:txBody>
      </p:sp>
      <p:pic>
        <p:nvPicPr>
          <p:cNvPr id="2" name="path_hydo_low_reynolds">
            <a:hlinkClick r:id="" action="ppaction://media"/>
            <a:extLst>
              <a:ext uri="{FF2B5EF4-FFF2-40B4-BE49-F238E27FC236}">
                <a16:creationId xmlns:a16="http://schemas.microsoft.com/office/drawing/2014/main" id="{0EE86E81-888A-E85F-27E4-99DF7BDC4B5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191896" y="1075597"/>
            <a:ext cx="4760208" cy="35701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Hydrodynamic (Low Reynolds Num)</a:t>
            </a:r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2" name="Google Shape;82;p17" title="x_tracking_low_reynold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75" y="1094825"/>
            <a:ext cx="4369874" cy="330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 title="y_tracking_low_reynold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2488" y="1094825"/>
            <a:ext cx="4339938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With Hydrodynamic (High Reynolds Num)</a:t>
            </a:r>
            <a:endParaRPr dirty="0"/>
          </a:p>
        </p:txBody>
      </p:sp>
      <p:pic>
        <p:nvPicPr>
          <p:cNvPr id="2" name="path_hydo_high_reynolds">
            <a:hlinkClick r:id="" action="ppaction://media"/>
            <a:extLst>
              <a:ext uri="{FF2B5EF4-FFF2-40B4-BE49-F238E27FC236}">
                <a16:creationId xmlns:a16="http://schemas.microsoft.com/office/drawing/2014/main" id="{F5BDBE07-2500-94F5-F579-144643771C7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077166" y="989549"/>
            <a:ext cx="4989668" cy="37422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Hydrodynamic (High Reynolds Num)</a:t>
            </a:r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7" name="Google Shape;97;p19" title="y_tracking_high_reynold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4448" y="1219850"/>
            <a:ext cx="4339927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 title="x_tracking_high_reynold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900" y="1312116"/>
            <a:ext cx="4339924" cy="3381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and tune for: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Complex Rod Shapes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Move to 3D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Non-Uniform Flows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Superimpose multiple flows in 3D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Control for End Effector Deformation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</Words>
  <Application>Microsoft Office PowerPoint</Application>
  <PresentationFormat>On-screen Show (16:9)</PresentationFormat>
  <Paragraphs>22</Paragraphs>
  <Slides>8</Slides>
  <Notes>8</Notes>
  <HiddenSlides>0</HiddenSlides>
  <MMClips>2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Midterm Presentation</vt:lpstr>
      <vt:lpstr>No Load</vt:lpstr>
      <vt:lpstr>No Load</vt:lpstr>
      <vt:lpstr>With Hydrodynamic (Low Reynolds Num)</vt:lpstr>
      <vt:lpstr>With Hydrodynamic (Low Reynolds Num)</vt:lpstr>
      <vt:lpstr>With Hydrodynamic (High Reynolds Num)</vt:lpstr>
      <vt:lpstr>With Hydrodynamic (High Reynolds Num)</vt:lpstr>
      <vt:lpstr>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Jens Dekker</cp:lastModifiedBy>
  <cp:revision>1</cp:revision>
  <dcterms:modified xsi:type="dcterms:W3CDTF">2025-12-02T03:59:20Z</dcterms:modified>
</cp:coreProperties>
</file>