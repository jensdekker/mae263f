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Proxima Nova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f1bcad4c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f1bcad4c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639c4920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639c4920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1bcad4c8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1bcad4c8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639c4920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639c4920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1bcad4c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f1bcad4c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639c4920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639c4920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39c4920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639c4920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639c4920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639c4920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639c4920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639c4920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639c4920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639c4920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39c4920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39c4920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1bcad4c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f1bcad4c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nauticusrobotics.com/olympic-ar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nature.com/articles/s41598-018-33138-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3.xml"/><Relationship Id="rId10" Type="http://schemas.openxmlformats.org/officeDocument/2006/relationships/image" Target="../media/image6.png"/><Relationship Id="rId4" Type="http://schemas.openxmlformats.org/officeDocument/2006/relationships/video" Target="../media/media2.mp4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video" Target="../media/media6.mp4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microsoft.com/office/2007/relationships/media" Target="../media/media4.mp4"/><Relationship Id="rId7" Type="http://schemas.microsoft.com/office/2007/relationships/media" Target="../media/media6.mp4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video" Target="../media/media3.mp4"/><Relationship Id="rId16" Type="http://schemas.openxmlformats.org/officeDocument/2006/relationships/image" Target="../media/image14.png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image" Target="../media/image9.png"/><Relationship Id="rId5" Type="http://schemas.microsoft.com/office/2007/relationships/media" Target="../media/media5.mp4"/><Relationship Id="rId15" Type="http://schemas.openxmlformats.org/officeDocument/2006/relationships/image" Target="../media/image13.png"/><Relationship Id="rId10" Type="http://schemas.openxmlformats.org/officeDocument/2006/relationships/notesSlide" Target="../notesSlides/notesSlide9.xml"/><Relationship Id="rId4" Type="http://schemas.openxmlformats.org/officeDocument/2006/relationships/video" Target="../media/media4.mp4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8.mp4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notesSlide" Target="../notesSlides/notesSlide11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3.xml"/><Relationship Id="rId10" Type="http://schemas.openxmlformats.org/officeDocument/2006/relationships/image" Target="../media/image20.png"/><Relationship Id="rId4" Type="http://schemas.openxmlformats.org/officeDocument/2006/relationships/video" Target="../media/media8.mp4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MAE 263F Final Presentation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Robotic Stabilization in Ocean Currents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81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collection for underwater ecological research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Submersible vehicles are equipped with robot arms to collect samples from reefs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Rigid robots risk damaging the surrounding environment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17266"/>
          <a:stretch/>
        </p:blipFill>
        <p:spPr>
          <a:xfrm>
            <a:off x="4899625" y="1200900"/>
            <a:ext cx="3969600" cy="274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591125" y="3942600"/>
            <a:ext cx="2586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6D9EEB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</a:t>
            </a:r>
            <a:endParaRPr sz="1000">
              <a:solidFill>
                <a:srgbClr val="6D9EE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79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robotics’ flexibility better fit interaction with delicate coral reefs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they are more susceptible to current fluctuations, which limit their functionality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an algorithm be created to improve the control of soft robotic arms in changing currents?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200" y="730838"/>
            <a:ext cx="3547800" cy="368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931800" y="4412750"/>
            <a:ext cx="2586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6D9EEB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Source</a:t>
            </a:r>
            <a:endParaRPr sz="1000">
              <a:solidFill>
                <a:srgbClr val="6D9EEB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Planar inverted pendulum stabilization with hybrid controller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Controller for upward stability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Controller for recovering from downed position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Eel-like underwater locomotion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2D fluid model for simulation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Pneumatic and hydraulic actuation of underwater soft robotic arms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 of feasible control schemes for the arm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Neural ODE Controller for Deformable Linear Objects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Possible Control scheme for future developments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Setup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Reynolds Number Fluid Simulation of Planar DER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Prismatic Y-Coordinate Control with a PID controller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Steady Background flow with swells varying magnitude and direction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a steady control scheme for one swell magnitude and direction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Vary the direction of the swell to determine controller feasibility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Aiming to find symmetric responses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Vary the magnitude of the swell to determine controller feasibility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Aiming to find limits for the PID Controller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8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Direction Changes (Vertical)</a:t>
            </a:r>
            <a:endParaRPr/>
          </a:p>
        </p:txBody>
      </p:sp>
      <p:pic>
        <p:nvPicPr>
          <p:cNvPr id="106" name="Google Shape;106;p20" title="y_pos_x_trajectory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86838" y="0"/>
            <a:ext cx="2965901" cy="222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 title="y_pos_y_trajector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52737" y="0"/>
            <a:ext cx="2965901" cy="222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 title="y_neg_x_trajectory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88463" y="2244925"/>
            <a:ext cx="2962656" cy="222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y_neg_y_trajectory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9737" y="2244926"/>
            <a:ext cx="2971914" cy="2221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y_pos_path">
            <a:hlinkClick r:id="" action="ppaction://media"/>
            <a:extLst>
              <a:ext uri="{FF2B5EF4-FFF2-40B4-BE49-F238E27FC236}">
                <a16:creationId xmlns:a16="http://schemas.microsoft.com/office/drawing/2014/main" id="{658389AA-C586-BA47-E6FB-E4C05B531B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6306" y="3226"/>
            <a:ext cx="2961600" cy="2221200"/>
          </a:xfrm>
          <a:prstGeom prst="rect">
            <a:avLst/>
          </a:prstGeom>
        </p:spPr>
      </p:pic>
      <p:pic>
        <p:nvPicPr>
          <p:cNvPr id="3" name="y_neg_path">
            <a:hlinkClick r:id="" action="ppaction://media"/>
            <a:extLst>
              <a:ext uri="{FF2B5EF4-FFF2-40B4-BE49-F238E27FC236}">
                <a16:creationId xmlns:a16="http://schemas.microsoft.com/office/drawing/2014/main" id="{770FD1F4-63BD-DB47-B40D-E3CCDEB6318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6306" y="2224426"/>
            <a:ext cx="2961600" cy="222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311700" y="4487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Direction Changes (Cartesian Directions)</a:t>
            </a:r>
            <a:endParaRPr/>
          </a:p>
        </p:txBody>
      </p:sp>
      <p:cxnSp>
        <p:nvCxnSpPr>
          <p:cNvPr id="117" name="Google Shape;117;p21"/>
          <p:cNvCxnSpPr/>
          <p:nvPr/>
        </p:nvCxnSpPr>
        <p:spPr>
          <a:xfrm>
            <a:off x="457200" y="2357425"/>
            <a:ext cx="8229600" cy="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21"/>
          <p:cNvCxnSpPr/>
          <p:nvPr/>
        </p:nvCxnSpPr>
        <p:spPr>
          <a:xfrm>
            <a:off x="4564650" y="118250"/>
            <a:ext cx="14700" cy="42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9" name="Google Shape;119;p21" title="northeast_y_trajectory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80600" y="351925"/>
            <a:ext cx="21273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title="northwest_y_trajectory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64925" y="351925"/>
            <a:ext cx="212732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title="southwest_y_trajectory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63906" y="2626825"/>
            <a:ext cx="2129357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title="southeast_y_trajectory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790014" y="2626823"/>
            <a:ext cx="2108498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3213900" y="1374525"/>
            <a:ext cx="411600" cy="411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208975" y="3618325"/>
            <a:ext cx="411600" cy="411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7704988" y="3618325"/>
            <a:ext cx="411600" cy="411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7704988" y="1374525"/>
            <a:ext cx="411600" cy="411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northeast_path">
            <a:hlinkClick r:id="" action="ppaction://media"/>
            <a:extLst>
              <a:ext uri="{FF2B5EF4-FFF2-40B4-BE49-F238E27FC236}">
                <a16:creationId xmlns:a16="http://schemas.microsoft.com/office/drawing/2014/main" id="{16F2E854-0FD2-0380-AD2D-A54B3FDEB5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4654014" y="351925"/>
            <a:ext cx="2136000" cy="1602000"/>
          </a:xfrm>
          <a:prstGeom prst="rect">
            <a:avLst/>
          </a:prstGeom>
        </p:spPr>
      </p:pic>
      <p:pic>
        <p:nvPicPr>
          <p:cNvPr id="3" name="northwest_path">
            <a:hlinkClick r:id="" action="ppaction://media"/>
            <a:extLst>
              <a:ext uri="{FF2B5EF4-FFF2-40B4-BE49-F238E27FC236}">
                <a16:creationId xmlns:a16="http://schemas.microsoft.com/office/drawing/2014/main" id="{5B8BFA81-4044-5B7F-4E65-09DD122E153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33632" y="350125"/>
            <a:ext cx="2136000" cy="1602000"/>
          </a:xfrm>
          <a:prstGeom prst="rect">
            <a:avLst/>
          </a:prstGeom>
        </p:spPr>
      </p:pic>
      <p:pic>
        <p:nvPicPr>
          <p:cNvPr id="4" name="southeast_path">
            <a:hlinkClick r:id="" action="ppaction://media"/>
            <a:extLst>
              <a:ext uri="{FF2B5EF4-FFF2-40B4-BE49-F238E27FC236}">
                <a16:creationId xmlns:a16="http://schemas.microsoft.com/office/drawing/2014/main" id="{8360A89C-CE75-6C08-CC64-E3B7EBBDFBCD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4654014" y="2625023"/>
            <a:ext cx="2136000" cy="1602000"/>
          </a:xfrm>
          <a:prstGeom prst="rect">
            <a:avLst/>
          </a:prstGeom>
        </p:spPr>
      </p:pic>
      <p:pic>
        <p:nvPicPr>
          <p:cNvPr id="5" name="southwest_path">
            <a:hlinkClick r:id="" action="ppaction://media"/>
            <a:extLst>
              <a:ext uri="{FF2B5EF4-FFF2-40B4-BE49-F238E27FC236}">
                <a16:creationId xmlns:a16="http://schemas.microsoft.com/office/drawing/2014/main" id="{DEAC5FE9-6FAC-D3AE-D901-E6A71091DF1D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27906" y="2625023"/>
            <a:ext cx="2136000" cy="160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3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3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3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4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4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Direction Changes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East-West Symmetry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North-South Asymmetry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Potentially due to the default background flow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Response is stable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>
            <a:spLocks noGrp="1"/>
          </p:cNvSpPr>
          <p:nvPr>
            <p:ph type="title"/>
          </p:nvPr>
        </p:nvSpPr>
        <p:spPr>
          <a:xfrm>
            <a:off x="311700" y="446523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Magnitude Changes</a:t>
            </a:r>
            <a:endParaRPr/>
          </a:p>
        </p:txBody>
      </p:sp>
      <p:pic>
        <p:nvPicPr>
          <p:cNvPr id="142" name="Google Shape;142;p23" title="Amp_0.526_y_trajectory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2371" y="88952"/>
            <a:ext cx="2918765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 title="Amp_0.526_x_trajector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12625" y="88962"/>
            <a:ext cx="2929738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 title="Amp_4.737_x_trajectory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2625" y="2325062"/>
            <a:ext cx="2929738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 title="Amp_4.737_y_trajectory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36884" y="2325062"/>
            <a:ext cx="2929738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Amp_0.526_path">
            <a:hlinkClick r:id="" action="ppaction://media"/>
            <a:extLst>
              <a:ext uri="{FF2B5EF4-FFF2-40B4-BE49-F238E27FC236}">
                <a16:creationId xmlns:a16="http://schemas.microsoft.com/office/drawing/2014/main" id="{C0A19450-4FCB-E054-8A10-CFBFB13424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3630" y="80377"/>
            <a:ext cx="2928000" cy="2196000"/>
          </a:xfrm>
          <a:prstGeom prst="rect">
            <a:avLst/>
          </a:prstGeom>
        </p:spPr>
      </p:pic>
      <p:pic>
        <p:nvPicPr>
          <p:cNvPr id="4" name="Amp_4.737_path">
            <a:hlinkClick r:id="" action="ppaction://media"/>
            <a:extLst>
              <a:ext uri="{FF2B5EF4-FFF2-40B4-BE49-F238E27FC236}">
                <a16:creationId xmlns:a16="http://schemas.microsoft.com/office/drawing/2014/main" id="{9A49C775-F47E-5416-37CA-A5D1898AF6F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82755" y="2325062"/>
            <a:ext cx="2928000" cy="219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311700" y="446523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Magnitude Changes</a:t>
            </a:r>
            <a:endParaRPr/>
          </a:p>
        </p:txBody>
      </p:sp>
      <p:pic>
        <p:nvPicPr>
          <p:cNvPr id="153" name="Google Shape;153;p24" title="amp_change_y_error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8175" y="721425"/>
            <a:ext cx="42672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 title="amp_change_x_error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16" y="721425"/>
            <a:ext cx="4256532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the asymmetry in the North-South flow response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a controller for the X-direction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Solve the challenges presented moving the simulation into 3D, primarily fluids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On-screen Show (16:9)</PresentationFormat>
  <Paragraphs>46</Paragraphs>
  <Slides>13</Slides>
  <Notes>13</Notes>
  <HiddenSlides>0</HiddenSlides>
  <MMClips>8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Proxima Nova</vt:lpstr>
      <vt:lpstr>Arial</vt:lpstr>
      <vt:lpstr>Spearmint</vt:lpstr>
      <vt:lpstr>MAE 263F Final Presentation</vt:lpstr>
      <vt:lpstr>Motivation</vt:lpstr>
      <vt:lpstr>Motivation</vt:lpstr>
      <vt:lpstr>Related Works</vt:lpstr>
      <vt:lpstr>Related Works </vt:lpstr>
      <vt:lpstr>Simulation Setup</vt:lpstr>
      <vt:lpstr>Approach</vt:lpstr>
      <vt:lpstr>Results - Direction Changes (Vertical)</vt:lpstr>
      <vt:lpstr>Results - Direction Changes (Cartesian Directions)</vt:lpstr>
      <vt:lpstr>Results - Direction Changes</vt:lpstr>
      <vt:lpstr>Results - Magnitude Changes</vt:lpstr>
      <vt:lpstr>Results - Magnitude Changes</vt:lpstr>
      <vt:lpstr>Future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Jens Dekker</cp:lastModifiedBy>
  <cp:revision>1</cp:revision>
  <dcterms:modified xsi:type="dcterms:W3CDTF">2025-12-12T19:04:23Z</dcterms:modified>
</cp:coreProperties>
</file>